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0"/>
            <a:ext cx="1325880" cy="51435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0"/>
            <a:ext cx="36576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7160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Emacs Configuration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11480" y="24231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Logic Deep Dive — Code-Level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4069080"/>
            <a:ext cx="1830629" cy="329184"/>
          </a:xfrm>
          <a:prstGeom prst="roundRect">
            <a:avLst>
              <a:gd name="adj" fmla="val 16667"/>
            </a:avLst>
          </a:prstGeom>
          <a:solidFill>
            <a:srgbClr val="0C182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069080"/>
            <a:ext cx="183062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10-Layer Architecture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33549" y="4069080"/>
            <a:ext cx="1005840" cy="329184"/>
          </a:xfrm>
          <a:prstGeom prst="roundRect">
            <a:avLst>
              <a:gd name="adj" fmla="val 16667"/>
            </a:avLst>
          </a:prstGeom>
          <a:solidFill>
            <a:srgbClr val="0C182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3549" y="406908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Modules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30829" y="4069080"/>
            <a:ext cx="1530706" cy="329184"/>
          </a:xfrm>
          <a:prstGeom prst="roundRect">
            <a:avLst>
              <a:gd name="adj" fmla="val 16667"/>
            </a:avLst>
          </a:prstGeom>
          <a:solidFill>
            <a:srgbClr val="0C182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30829" y="4069080"/>
            <a:ext cx="15307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Tangle Targets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52974" y="4069080"/>
            <a:ext cx="930859" cy="329184"/>
          </a:xfrm>
          <a:prstGeom prst="roundRect">
            <a:avLst>
              <a:gd name="adj" fmla="val 16667"/>
            </a:avLst>
          </a:prstGeom>
          <a:solidFill>
            <a:srgbClr val="0C182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52974" y="4069080"/>
            <a:ext cx="9308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Emacs 31+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75274" y="4069080"/>
            <a:ext cx="1605686" cy="329184"/>
          </a:xfrm>
          <a:prstGeom prst="roundRect">
            <a:avLst>
              <a:gd name="adj" fmla="val 16667"/>
            </a:avLst>
          </a:prstGeom>
          <a:solidFill>
            <a:srgbClr val="0C182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5274" y="4069080"/>
            <a:ext cx="160568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straight.el + leaf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772400" y="4069080"/>
            <a:ext cx="1155802" cy="329184"/>
          </a:xfrm>
          <a:prstGeom prst="roundRect">
            <a:avLst>
              <a:gd name="adj" fmla="val 16667"/>
            </a:avLst>
          </a:prstGeom>
          <a:solidFill>
            <a:srgbClr val="0C182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4069080"/>
            <a:ext cx="115580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Literate Org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32461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YAMASHITA, Takao  ·  tjy1965@gmail.com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Boot Flow — Three-Phase Sequence Diagram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621792"/>
            <a:ext cx="2743200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217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early-init.el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54480" y="1078992"/>
            <a:ext cx="0" cy="3840480"/>
          </a:xfrm>
          <a:prstGeom prst="line">
            <a:avLst/>
          </a:prstGeom>
          <a:noFill/>
          <a:ln w="12700">
            <a:solidFill>
              <a:srgbClr val="6D28D9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154680" y="621792"/>
            <a:ext cx="274320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6217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init.el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1078992"/>
            <a:ext cx="0" cy="3840480"/>
          </a:xfrm>
          <a:prstGeom prst="line">
            <a:avLst/>
          </a:prstGeom>
          <a:noFill/>
          <a:ln w="12700">
            <a:solidFill>
              <a:srgbClr val="1D4ED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126480" y="621792"/>
            <a:ext cx="2743200" cy="4572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6217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modules.el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98080" y="1078992"/>
            <a:ext cx="0" cy="3840480"/>
          </a:xfrm>
          <a:prstGeom prst="line">
            <a:avLst/>
          </a:prstGeom>
          <a:noFill/>
          <a:ln w="12700">
            <a:solidFill>
              <a:srgbClr val="0369A1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926080" y="850392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97880" y="850392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1170432"/>
            <a:ext cx="0" cy="1828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170432"/>
            <a:ext cx="259689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" y="117957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 Disable package.el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10896" y="1353312"/>
            <a:ext cx="25054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(setq package-enable-at-startup nil)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554480" y="1536192"/>
            <a:ext cx="0" cy="1828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1536192"/>
            <a:ext cx="259689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54533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§2–3 Dirs + straight-base-dir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10896" y="1719072"/>
            <a:ext cx="25054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my:d / .cache/build-31.0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554480" y="1901952"/>
            <a:ext cx="0" cy="1828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1901952"/>
            <a:ext cx="259689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" y="191109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§4–5 macOS + native-comp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10896" y="2084832"/>
            <a:ext cx="25054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HOMEBREW_PREFIX probe · eln-load-path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554480" y="2267712"/>
            <a:ext cx="0" cy="1828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2267712"/>
            <a:ext cx="259689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227685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§6–7 no-littering compat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10896" y="2450592"/>
            <a:ext cx="25054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no-littering-{etc,var}-directory vars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554480" y="2633472"/>
            <a:ext cx="0" cy="1828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2633472"/>
            <a:ext cx="259689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" y="264261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 GC guard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10896" y="2816352"/>
            <a:ext cx="25054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file-name-handler-alist → nil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554480" y="2999232"/>
            <a:ext cx="0" cy="1828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6032" y="2999232"/>
            <a:ext cx="259689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0896" y="300837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§9 Backup policy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10896" y="3182112"/>
            <a:ext cx="25054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version-control t · kept-new 6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554480" y="3364992"/>
            <a:ext cx="0" cy="1828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6032" y="3364992"/>
            <a:ext cx="259689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" y="337413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§10 Early UI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10896" y="3547872"/>
            <a:ext cx="25054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default-frame-alist toolbar off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526280" y="1170432"/>
            <a:ext cx="0" cy="1828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27832" y="1170432"/>
            <a:ext cx="259689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82696" y="117957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§1–2 URL state + straight bootstrap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282696" y="1353312"/>
            <a:ext cx="25054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url-retrieve-synchronously (first run)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526280" y="1536192"/>
            <a:ext cx="0" cy="1828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27832" y="1536192"/>
            <a:ext cx="259689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82696" y="154533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§3–4 leaf + Org bootstrap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282696" y="1719072"/>
            <a:ext cx="25054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leaf-keywords-init · straight-use-package 'org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526280" y="1901952"/>
            <a:ext cx="0" cy="1828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27832" y="1901952"/>
            <a:ext cx="259689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82696" y="191109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 macOS env import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282696" y="2084832"/>
            <a:ext cx="25054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exec-path-from-shell '("-l") · PATH LANG only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526280" y="2267712"/>
            <a:ext cx="0" cy="1828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27832" y="2267712"/>
            <a:ext cx="259689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82696" y="227685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§6–7 Perf + GCMH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282696" y="2450592"/>
            <a:ext cx="25054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read-process-output-max 4MiB · 128MiB threshold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526280" y="2633472"/>
            <a:ext cx="0" cy="1828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27832" y="2633472"/>
            <a:ext cx="259689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82696" y="264261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 Built-in policy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282696" y="2816352"/>
            <a:ext cx="25054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leaf emacs: use-short-answers · unset C-z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526280" y="2999232"/>
            <a:ext cx="0" cy="1828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227832" y="2999232"/>
            <a:ext cx="259689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82696" y="300837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§9 Personal overlay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3282696" y="3182112"/>
            <a:ext cx="25054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user.el + ac1965.el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526280" y="3364992"/>
            <a:ext cx="0" cy="1828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227832" y="3364992"/>
            <a:ext cx="259689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82696" y="337413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§10 → modules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3282696" y="3547872"/>
            <a:ext cx="25054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(require 'modules nil t)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7498080" y="1170432"/>
            <a:ext cx="0" cy="1828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199632" y="1170432"/>
            <a:ext cx="259689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54496" y="117957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my:modules list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254496" y="1353312"/>
            <a:ext cx="25054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 canonical modules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7498080" y="1536192"/>
            <a:ext cx="0" cy="1828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199632" y="1536192"/>
            <a:ext cx="259689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54496" y="154533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condition-case per module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6254496" y="1719072"/>
            <a:ext cx="25054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trapped → message + continue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7498080" y="1901952"/>
            <a:ext cx="0" cy="1828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199632" y="1901952"/>
            <a:ext cx="259689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54496" y="191109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check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6254496" y="2084832"/>
            <a:ext cx="25054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memq feature my:modules-skip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7498080" y="2267712"/>
            <a:ext cx="0" cy="1828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199632" y="2267712"/>
            <a:ext cx="259689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54496" y="227685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 timing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6254496" y="2450592"/>
            <a:ext cx="25054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float-time %-24s %s ms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7498080" y="2633472"/>
            <a:ext cx="0" cy="1828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199632" y="2633472"/>
            <a:ext cx="259689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254496" y="264261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extras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6254496" y="2816352"/>
            <a:ext cx="25054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my:modules-extra (personal additions)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7498080" y="2999232"/>
            <a:ext cx="0" cy="1828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199632" y="2999232"/>
            <a:ext cx="259689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254496" y="300837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after-init-hook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6254496" y="3182112"/>
            <a:ext cx="25054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auth-gpg, dev-ai, treesit remaps…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7498080" y="3364992"/>
            <a:ext cx="0" cy="1828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199632" y="3364992"/>
            <a:ext cx="259689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254496" y="337413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emacs-startup-hook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6254496" y="3547872"/>
            <a:ext cx="25054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history, persistence, auto-save init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7498080" y="3730752"/>
            <a:ext cx="0" cy="3657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583680" y="4096512"/>
            <a:ext cx="1828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583680" y="40965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Emacs ready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modules.el — Delete-Safety via condition-case Isolation (Logic Diagram)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621792"/>
            <a:ext cx="8686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21792"/>
            <a:ext cx="8549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(dolist (feature (append my:modules my:modules-extra))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0" y="1143000"/>
            <a:ext cx="18288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1143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memq feature my:modules-skip?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57784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skip silently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0" y="1371600"/>
            <a:ext cx="9601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600200"/>
            <a:ext cx="9144" cy="27432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1874520"/>
            <a:ext cx="3291840" cy="438912"/>
          </a:xfrm>
          <a:prstGeom prst="rect">
            <a:avLst/>
          </a:prstGeom>
          <a:solidFill>
            <a:srgbClr val="F8FAFC"/>
          </a:solidFill>
          <a:ln w="25400">
            <a:solidFill>
              <a:srgbClr val="0369A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17520" y="1929384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t0 = (current-time)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17520" y="2221992"/>
            <a:ext cx="3127248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my:modules-verbose is non-nil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0" y="2313432"/>
            <a:ext cx="9144" cy="20116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514600"/>
            <a:ext cx="4572000" cy="1005840"/>
          </a:xfrm>
          <a:prstGeom prst="rect">
            <a:avLst/>
          </a:prstGeom>
          <a:solidFill>
            <a:srgbClr val="0D1F30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395728" y="255117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(condition-case err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95728" y="281635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(progn (require feature) t)  ; success branch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95728" y="30175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(error (message "[modules] Failed %s: %s" feature err) nil))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395728" y="32278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catches `error` only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0" y="32278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`quit` (C-g) propagates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0" y="3520440"/>
            <a:ext cx="9144" cy="27432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3520440"/>
            <a:ext cx="9144" cy="27432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0" y="3794760"/>
            <a:ext cx="3108960" cy="457200"/>
          </a:xfrm>
          <a:prstGeom prst="rect">
            <a:avLst/>
          </a:prstGeom>
          <a:solidFill>
            <a:srgbClr val="E8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21408" y="3858768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success: 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21408" y="4059936"/>
            <a:ext cx="2880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loaded, continue loop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3794760"/>
            <a:ext cx="3108960" cy="457200"/>
          </a:xfrm>
          <a:prstGeom prst="rect">
            <a:avLst/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858768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error: nil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64608" y="4059936"/>
            <a:ext cx="2880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logged, next module loads normally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0" y="3520440"/>
            <a:ext cx="9144" cy="73152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94760" y="4251960"/>
            <a:ext cx="15544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04488" y="4270248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(when verbose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report ms)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178040" y="1143000"/>
            <a:ext cx="1783080" cy="34930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269480" y="1179576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defcustoms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269480" y="1481328"/>
            <a:ext cx="1600200" cy="8778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33488" y="151790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my:modules-verbose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333488" y="1773936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load ms per module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269480" y="2487168"/>
            <a:ext cx="1600200" cy="8778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33488" y="252374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my:modules-skip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33488" y="2779776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(list 'dev-docker)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269480" y="3493008"/>
            <a:ext cx="1600200" cy="8778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33488" y="352958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my:modules-extra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333488" y="3785616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registered by personal/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core-session — Facade Pattern &amp; Dual-Timer Background Scheduler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658368"/>
            <a:ext cx="256032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69494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Modules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(require 'core-session)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2880" y="1508760"/>
            <a:ext cx="2560320" cy="1828800"/>
          </a:xfrm>
          <a:prstGeom prst="rect">
            <a:avLst/>
          </a:prstGeom>
          <a:solidFill>
            <a:srgbClr val="EEF9F7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508760"/>
            <a:ext cx="25603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087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core-session.el  PUBLIC FACADE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6032" y="18288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core-session-start ()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6032" y="206654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core-session-stop ()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56032" y="230428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core-session-register-job NAME FN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6032" y="254203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core-session-unregister-job NAME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6032" y="277977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core-session-run-job NAME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463040" y="1298448"/>
            <a:ext cx="9144" cy="21031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63040" y="3337560"/>
            <a:ext cx="9144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3566160"/>
            <a:ext cx="2560320" cy="1371600"/>
          </a:xfrm>
          <a:prstGeom prst="rect">
            <a:avLst/>
          </a:prstGeom>
          <a:solidFill>
            <a:srgbClr val="1A1F2E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3566160"/>
            <a:ext cx="2560320" cy="2926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5661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core-session-private.el  INTERNAL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6032" y="3895344"/>
            <a:ext cx="23774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jobs-table (make-hash-table :test 'eq)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6032" y="4096512"/>
            <a:ext cx="23774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periodic-timer  run-at-time 600s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6032" y="4297680"/>
            <a:ext cx="23774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idle-timer      run-with-idle-timer 120s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6032" y="4498848"/>
            <a:ext cx="23774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core-session--run-all via maphash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6032" y="4700016"/>
            <a:ext cx="23774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core-session--run-job condition-case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" y="475488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External modules: never (require 'core-session-private)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108960" y="621792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Dual-Timer Scheduler Logic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108960" y="950976"/>
            <a:ext cx="2606040" cy="1115568"/>
          </a:xfrm>
          <a:prstGeom prst="rect">
            <a:avLst/>
          </a:prstGeom>
          <a:solidFill>
            <a:srgbClr val="F1F5F9"/>
          </a:solidFill>
          <a:ln w="254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0" y="950976"/>
            <a:ext cx="260604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18688" y="10607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Timer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18688" y="1353312"/>
            <a:ext cx="237744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310128" y="1426464"/>
            <a:ext cx="221284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(run-at-time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600  ; start after 600s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600  ; repeat every 600s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#'core-session--run-all)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080760" y="950976"/>
            <a:ext cx="2606040" cy="1115568"/>
          </a:xfrm>
          <a:prstGeom prst="rect">
            <a:avLst/>
          </a:prstGeom>
          <a:solidFill>
            <a:srgbClr val="F1F5F9"/>
          </a:solidFill>
          <a:ln w="25400">
            <a:solidFill>
              <a:srgbClr val="0478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80760" y="950976"/>
            <a:ext cx="2606040" cy="6400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0488" y="10607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Timer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90488" y="1353312"/>
            <a:ext cx="237744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281928" y="1426464"/>
            <a:ext cx="221284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(run-with-idle-timer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120  ; fire after 120s idle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    ; repeat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#'core-session--run-all)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4416552" y="2066544"/>
            <a:ext cx="9144" cy="237744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88352" y="2066544"/>
            <a:ext cx="9144" cy="237744"/>
          </a:xfrm>
          <a:prstGeom prst="line">
            <a:avLst/>
          </a:prstGeom>
          <a:noFill/>
          <a:ln w="19050">
            <a:solidFill>
              <a:srgbClr val="04785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16552" y="2304288"/>
            <a:ext cx="29718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97880" y="2304288"/>
            <a:ext cx="9144" cy="21031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2514600"/>
            <a:ext cx="2468880" cy="411480"/>
          </a:xfrm>
          <a:prstGeom prst="rect">
            <a:avLst/>
          </a:prstGeom>
          <a:solidFill>
            <a:srgbClr val="EEF9F7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25877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core-session--run-all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108960" y="3017520"/>
            <a:ext cx="557784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108960" y="3017520"/>
            <a:ext cx="5577840" cy="2560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0" y="3017520"/>
            <a:ext cx="5440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core-session--run-all implementation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200400" y="3310128"/>
            <a:ext cx="54132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(maphash (lambda (_name meta)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(when (plist-get meta :enabled)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(condition-case _err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(funcall (plist-get meta :fn))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(error nil))))  ; per-job error isolation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core-session--jobs-table)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3108960" y="4160520"/>
            <a:ext cx="557784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108960" y="4160520"/>
            <a:ext cx="5577840" cy="2560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0" y="4160520"/>
            <a:ext cx="5440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 registration via public API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200400" y="4453128"/>
            <a:ext cx="541324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(core-session-register-job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'my-org-sync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#'my/org-roam-sync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:enabled t)   →  hash-table key=symbol, value=plist {:name :fn :enabled}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Strategy — Three-Layer Cooperation (early-init → core-gc → gcmh)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621792"/>
            <a:ext cx="2194560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2179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early-init.el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 Startup GC Guard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0" y="621792"/>
            <a:ext cx="219456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62179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core-gc.el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Trigger Points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0" y="621792"/>
            <a:ext cx="2194560" cy="3840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62179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gcmh (core-runtime)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Idle-Time GC Manager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863840" y="621792"/>
            <a:ext cx="1097280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62179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operation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1097280"/>
            <a:ext cx="2194560" cy="1481328"/>
          </a:xfrm>
          <a:prstGeom prst="rect">
            <a:avLst/>
          </a:prstGeom>
          <a:solidFill>
            <a:srgbClr val="F1F5F9"/>
          </a:solidFill>
          <a:ln w="25400">
            <a:solidFill>
              <a:srgbClr val="6D28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1097280"/>
            <a:ext cx="2194560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207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Guard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499616"/>
            <a:ext cx="201168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1572768"/>
            <a:ext cx="1847088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ON startup: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(setq file-name-handler-alist nil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gc-cons-threshold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most-positive-fixnum)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RESTORE on after-init-hook: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file-name-handler-alist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saved in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core--orig-file-name-handler-alist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2743200" y="1097280"/>
            <a:ext cx="2194560" cy="1481328"/>
          </a:xfrm>
          <a:prstGeom prst="rect">
            <a:avLst/>
          </a:prstGeom>
          <a:solidFill>
            <a:srgbClr val="F1F5F9"/>
          </a:solidFill>
          <a:ln w="254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0" y="1097280"/>
            <a:ext cx="219456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1207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Triggers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834640" y="1499616"/>
            <a:ext cx="201168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926080" y="1572768"/>
            <a:ext cx="1847088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(add-hook 'focus-out-hook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#'core-gc--collect)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(add-hook 'minibuffer-exit-hook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#'core-gc--collect)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core-gc--collect: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(when core-gc-enable-p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(condition-case _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(garbage-collect)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(error nil)))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5303520" y="1097280"/>
            <a:ext cx="2194560" cy="1481328"/>
          </a:xfrm>
          <a:prstGeom prst="rect">
            <a:avLst/>
          </a:prstGeom>
          <a:solidFill>
            <a:srgbClr val="F1F5F9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03520" y="1097280"/>
            <a:ext cx="21945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1207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Idle-Time Manager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94960" y="1499616"/>
            <a:ext cx="201168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0" y="1572768"/>
            <a:ext cx="1847088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 core-runtime.el leaf gcmh: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(setopt gcmh-idle-delay 5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gcmh-high-cons-threshold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(* 128 1024 1024))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← 128MiB via setopt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(leaf :custom would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store as list literal!)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7863840" y="1097280"/>
            <a:ext cx="1097280" cy="1481328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936992" y="1170432"/>
            <a:ext cx="950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36992" y="1517904"/>
            <a:ext cx="9509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gc-cons-threshold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128MiB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(gcmh managed)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936992" y="210312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82880" y="2743200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Trigger Timeline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2880" y="3401568"/>
            <a:ext cx="87782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255264"/>
            <a:ext cx="0" cy="292608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2336" y="3200400"/>
            <a:ext cx="109728" cy="10972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" y="356616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Emacs starts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" y="3822192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 relaxed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file-handler nil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011680" y="3255264"/>
            <a:ext cx="0" cy="292608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6816" y="3200400"/>
            <a:ext cx="109728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00200" y="356616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hooks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600200" y="3822192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 restored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after-init-hook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657600" y="3255264"/>
            <a:ext cx="0" cy="292608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02736" y="3200400"/>
            <a:ext cx="109728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46120" y="356616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C-g / minibuf exit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246120" y="3822192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 triggered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core-gc--collect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303520" y="3255264"/>
            <a:ext cx="0" cy="292608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48656" y="3200400"/>
            <a:ext cx="109728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356616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lost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92040" y="3822192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 triggered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focus-out-hook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858000" y="3255264"/>
            <a:ext cx="0" cy="292608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03136" y="3200400"/>
            <a:ext cx="109728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46520" y="356616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5s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446520" y="3822192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gcmh fires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GC cycle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8412480" y="3255264"/>
            <a:ext cx="0" cy="292608"/>
          </a:xfrm>
          <a:prstGeom prst="line">
            <a:avLst/>
          </a:prstGeom>
          <a:noFill/>
          <a:ln w="25400">
            <a:solidFill>
              <a:srgbClr val="6B21A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57616" y="3200400"/>
            <a:ext cx="109728" cy="10972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01000" y="356616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120s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001000" y="3822192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core-session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run-all jobs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 Subsystem — 3-Trigger / 4-Exclusion Decision Flow (Fix CH/CI)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621792"/>
            <a:ext cx="265176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9184" y="621792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auto-save-visited-mode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fires (≥5s idle)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9184" y="1115568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core-autosave-interval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defcustom default=5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91840" y="621792"/>
            <a:ext cx="2651760" cy="4572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46704" y="621792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focus-out-hook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(Emacs loses OS focus)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46704" y="1115568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core-autosave-save-on-focus-out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defcustom default=t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309360" y="621792"/>
            <a:ext cx="265176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64224" y="621792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after-focus-change-function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(zero-arg convention)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64224" y="1115568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window manager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changes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600200" y="1408176"/>
            <a:ext cx="0" cy="27432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1408176"/>
            <a:ext cx="0" cy="27432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5240" y="1408176"/>
            <a:ext cx="0" cy="27432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00200" y="1682496"/>
            <a:ext cx="60350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1682496"/>
            <a:ext cx="9144" cy="219456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54680" y="1901952"/>
            <a:ext cx="2926080" cy="384048"/>
          </a:xfrm>
          <a:prstGeom prst="rect">
            <a:avLst/>
          </a:prstGeom>
          <a:solidFill>
            <a:srgbClr val="EEF9F7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46120" y="1956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core-editing--save-all-buffers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46120" y="22128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(save-some-buffers t #'core-autosave--save-buffer-p)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17720" y="2414016"/>
            <a:ext cx="9144" cy="219456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buffer (save-some-buffers iterates):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" y="2944368"/>
            <a:ext cx="1627632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37744" y="2971800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buffer-file-name?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37744" y="3273552"/>
            <a:ext cx="15361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(when-let* ((fname (buffer-file-name)))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19456" y="345643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YES→continue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05840" y="345643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NO→skip (non-file buffer)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810512" y="3182112"/>
            <a:ext cx="12801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38528" y="2944368"/>
            <a:ext cx="1627632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993392" y="2971800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excluded?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(gpg age enc pem…)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993392" y="3273552"/>
            <a:ext cx="15361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core-autosave-exclude-extensions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975104" y="345643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YES→skip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761488" y="345643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NO→continue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566160" y="3182112"/>
            <a:ext cx="12801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94176" y="2944368"/>
            <a:ext cx="1627632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749040" y="2971800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name-pattern match?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(regexp on full path)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749040" y="3273552"/>
            <a:ext cx="15361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core-autosave-exclude-name-patterns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730752" y="345643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YES→skip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517136" y="345643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NO→continue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321808" y="3182112"/>
            <a:ext cx="12801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49824" y="2944368"/>
            <a:ext cx="1627632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504688" y="2971800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major-mode excluded?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(vterm-mode etc)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504688" y="3273552"/>
            <a:ext cx="15361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core-autosave-exclude-modes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486400" y="345643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YES→skip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272784" y="345643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NO→continue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077456" y="3182112"/>
            <a:ext cx="12801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05472" y="2944368"/>
            <a:ext cx="1627632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260336" y="2971800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predicate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non-nil?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260336" y="3273552"/>
            <a:ext cx="15361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core-autosave-exclude-predicates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242048" y="345643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YES→skip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8028432" y="345643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NO→SAVE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8229600" y="2944368"/>
            <a:ext cx="731520" cy="475488"/>
          </a:xfrm>
          <a:prstGeom prst="rect">
            <a:avLst/>
          </a:prstGeom>
          <a:solidFill>
            <a:srgbClr val="EEF9F7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66176" y="2962656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82880" y="3730752"/>
            <a:ext cx="8778240" cy="1170432"/>
          </a:xfrm>
          <a:prstGeom prst="rect">
            <a:avLst/>
          </a:prstGeom>
          <a:solidFill>
            <a:srgbClr val="0D1B2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182880" y="3730752"/>
            <a:ext cx="8778240" cy="2560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3730752"/>
            <a:ext cx="8641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core-autosave--save-buffer-p — predicate called by save-some-buffers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74320" y="4023360"/>
            <a:ext cx="86136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(defun core-autosave--save-buffer-p ()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"Return non-nil when current buffer should be auto-saved."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(when-let* ((fname (buffer-file-name)))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(let* ((ext  (file-name-extension fname))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(mode major-mode))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(and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(not (core-autosave--extension-excluded-p ext))        ; gpg age enc pem p12 pfx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(not (core-autosave--name-pattern-excluded-p fname))   ; regexp on full path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(not (memq mode core-autosave-exclude-modes))          ; major-mode list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(not (core-autosave--predicate-excluded-p (current-buffer)))))))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Layer — Credential Resolution Flow (auth-gpg.el Fix CD/CF)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621792"/>
            <a:ext cx="2651760" cy="694944"/>
          </a:xfrm>
          <a:prstGeom prst="rect">
            <a:avLst/>
          </a:prstGeom>
          <a:solidFill>
            <a:srgbClr val="F1F5F9"/>
          </a:solidFill>
          <a:ln w="254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621792"/>
            <a:ext cx="26517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3152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auth-core.el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9875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epa-file-enable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auth-sources setup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834640" y="969264"/>
            <a:ext cx="6400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621792"/>
            <a:ext cx="2651760" cy="694944"/>
          </a:xfrm>
          <a:prstGeom prst="rect">
            <a:avLst/>
          </a:prstGeom>
          <a:solidFill>
            <a:srgbClr val="F1F5F9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621792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73152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auth-gpg.el  ← NEW Fix CD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83280" y="9875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auth-gpg-services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 auth-sources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0" y="969264"/>
            <a:ext cx="6400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621792"/>
            <a:ext cx="2651760" cy="694944"/>
          </a:xfrm>
          <a:prstGeom prst="rect">
            <a:avLst/>
          </a:prstGeom>
          <a:solidFill>
            <a:srgbClr val="F1F5F9"/>
          </a:solidFill>
          <a:ln w="25400">
            <a:solidFill>
              <a:srgbClr val="0369A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621792"/>
            <a:ext cx="2651760" cy="640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73152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auth-keychain.el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92240" y="9875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Keychain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82880" y="1481328"/>
            <a:ext cx="8778240" cy="237744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50876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after-init-hook fires  →  auth-gpg--configure-sources runs FIRST (registered at load time, before dev-ai)  →  ~/.authinfo.gpg prepended to auth-sources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2880" y="1847088"/>
            <a:ext cx="8778240" cy="1207008"/>
          </a:xfrm>
          <a:prstGeom prst="rect">
            <a:avLst/>
          </a:prstGeom>
          <a:solidFill>
            <a:srgbClr val="0D1B2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92608" y="1883664"/>
            <a:ext cx="85587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dev-ai--setup-api-key  (runs on after-init-hook, registered AFTER auth-gpg load → fires AFTER auth-gpg--configure-sources)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92608" y="2121408"/>
            <a:ext cx="8467344" cy="877824"/>
          </a:xfrm>
          <a:prstGeom prst="rect">
            <a:avLst/>
          </a:prstGeom>
          <a:solidFill>
            <a:srgbClr val="0D1B2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" y="2194560"/>
            <a:ext cx="830275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(dev-ai--ensure-authinfo-in-sources)   ; guarantee ~/.authinfo.gpg in auth-sources + clear cache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(auth-source-search :host "openrouter.ai" :user "ac1965" :require '(:secret))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router-key  →  setenv OPENAI_API_BASE https://openrouter.ai/api/v1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setenv OPENAI_API_KEY router-key  →  setopt aidermacs-default-model openrouter/anthropic/claude-sonnet-4-5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(auth-source-search :host "api.openai.com" :user "org-ai" :require '(:secret))  ; fallback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182880" y="316382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~/.authinfo.gpg — Required Entries (login must match :user exactly)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2880" y="3438144"/>
            <a:ext cx="18288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343814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11680" y="3438144"/>
            <a:ext cx="192024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66544" y="34381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 (host)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931920" y="3438144"/>
            <a:ext cx="118872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86784" y="343814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 (user)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120640" y="3438144"/>
            <a:ext cx="201168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75504" y="343814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132320" y="3438144"/>
            <a:ext cx="18288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87184" y="343814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format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82880" y="3785616"/>
            <a:ext cx="18288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7744" y="378561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 Claude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011680" y="3785616"/>
            <a:ext cx="19202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66544" y="37856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api.anthropic.com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31920" y="3785616"/>
            <a:ext cx="11887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86784" y="378561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apikey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120640" y="3785616"/>
            <a:ext cx="20116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75504" y="378561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utils-claude.el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132320" y="3785616"/>
            <a:ext cx="18288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87184" y="378561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sk-ant-…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82880" y="4133088"/>
            <a:ext cx="182880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7744" y="41330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OpenRouter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011680" y="4133088"/>
            <a:ext cx="19202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66544" y="4133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openrouter.ai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931920" y="4133088"/>
            <a:ext cx="118872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86784" y="41330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ac1965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120640" y="4133088"/>
            <a:ext cx="20116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75504" y="41330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dev-ai.el (preferred)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132320" y="4133088"/>
            <a:ext cx="182880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87184" y="41330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sk-or-…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82880" y="4480560"/>
            <a:ext cx="18288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7744" y="44805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 direct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011680" y="4480560"/>
            <a:ext cx="19202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066544" y="4480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api.openai.com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931920" y="4480560"/>
            <a:ext cx="11887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986784" y="4480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org-ai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120640" y="4480560"/>
            <a:ext cx="20116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75504" y="4480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dev-ai.el (fallback)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132320" y="4480560"/>
            <a:ext cx="18288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87184" y="44805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sk-proj-…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82880" y="4846320"/>
            <a:ext cx="8778240" cy="228600"/>
          </a:xfrm>
          <a:prstGeom prst="rect">
            <a:avLst/>
          </a:prstGeom>
          <a:solidFill>
            <a:srgbClr val="0D1B2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274320" y="4919472"/>
            <a:ext cx="8613648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auth-gpg--configure-sources runs on after-init-hook → prepends ~/.authinfo.gpg to auth-sources + (auth-source-forget-all-cached)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Layer — CAPF Stack &amp; Org SRC Block Dispatch (capf-org-src family)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" y="621792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CAPF Stacks by Mode (completion-capf.el)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87782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emacs-lisp-mode-hook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697480" y="914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completion--elisp-capfs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03520" y="914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[cape-elisp-symbol  cape-file  cape-dabbrev]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" y="1298448"/>
            <a:ext cx="87782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2984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prog-mode-hook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97480" y="12984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completion--prog-capfs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03520" y="12984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[…existing…  cape-file  cape-dabbrev]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2880" y="1682496"/>
            <a:ext cx="87782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682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text-mode-hook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697480" y="168249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completion--text-capfs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03520" y="16824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[cape-dabbrev  cape-file]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2880" y="2066544"/>
            <a:ext cx="87782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06654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org-mode-hook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697480" y="20665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completion--org-capfs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03520" y="20665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[cape-dabbrev  cape-file  cape-tex]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82880" y="2450592"/>
            <a:ext cx="87782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4505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sh-mode-hook / eshell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697480" y="24505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completion--shell-capfs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03520" y="2450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[cape-file  cape-dabbrev]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82880" y="2926080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SRC Block Dispatch — capf-org-src Family (4 cooperating modules)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00400" y="3236976"/>
            <a:ext cx="2743200" cy="621792"/>
          </a:xfrm>
          <a:prstGeom prst="rect">
            <a:avLst/>
          </a:prstGeom>
          <a:solidFill>
            <a:srgbClr val="EEF9F7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3236976"/>
            <a:ext cx="27432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334670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org-src-mode-hook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91840" y="360273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completion--org-src-capfs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08760" y="3858768"/>
            <a:ext cx="3063240" cy="18288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4425696"/>
            <a:ext cx="2560320" cy="1005840"/>
          </a:xfrm>
          <a:prstGeom prst="rect">
            <a:avLst/>
          </a:prstGeom>
          <a:solidFill>
            <a:srgbClr val="F1F5F9"/>
          </a:solidFill>
          <a:ln w="254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4425696"/>
            <a:ext cx="256032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1696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derived-mode-p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'emacs-lisp-mode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455371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completion--elisp-capfs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cape-elisp-symbol cape-file cape-dabbrev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434840" y="3858768"/>
            <a:ext cx="137160" cy="18288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4425696"/>
            <a:ext cx="2560320" cy="1005840"/>
          </a:xfrm>
          <a:prstGeom prst="rect">
            <a:avLst/>
          </a:prstGeom>
          <a:solidFill>
            <a:srgbClr val="F1F5F9"/>
          </a:solidFill>
          <a:ln w="25400">
            <a:solidFill>
              <a:srgbClr val="0478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0" y="4425696"/>
            <a:ext cx="2560320" cy="6400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41696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derived-mode-p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'prog-mode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91840" y="455371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completion--prog-capfs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…existing… + cape-file dabbrev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0" y="3858768"/>
            <a:ext cx="2788920" cy="18288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26480" y="4425696"/>
            <a:ext cx="2560320" cy="1005840"/>
          </a:xfrm>
          <a:prstGeom prst="rect">
            <a:avLst/>
          </a:prstGeom>
          <a:solidFill>
            <a:srgbClr val="F1F5F9"/>
          </a:solidFill>
          <a:ln w="25400">
            <a:solidFill>
              <a:srgbClr val="0369A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26480" y="4425696"/>
            <a:ext cx="2560320" cy="640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41696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(text, markdown…)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17920" y="455371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completion--text-capfs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cape-dabbrev cape-file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" y="3236976"/>
            <a:ext cx="256032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3F621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65760" y="329184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62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completion-corfu-org-src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65760" y="35478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corfu-mode enabled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org edit-indirect buffers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126480" y="3236976"/>
            <a:ext cx="256032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3F621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217920" y="329184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62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completion-orderless-org-src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17920" y="35478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orderless style override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org src blocks only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orgx Layer — Auto-Tangle &amp; Auto-Hugo Logic Flows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" y="621792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orgx-auto-tangle.el — on-save tangle flow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82880" y="950976"/>
            <a:ext cx="416052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3F621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" y="9875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org-mode-hook fires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67712" y="1261872"/>
            <a:ext cx="9144" cy="9144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1353312"/>
            <a:ext cx="41605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3F621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2608" y="13898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orgx-auto-tangle--install-hook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3F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add-hook after-save-hook (buffer-local)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67712" y="1700784"/>
            <a:ext cx="9144" cy="9144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1828800"/>
            <a:ext cx="416052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2608" y="186537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C-x C-s  (save README.org)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67712" y="2139696"/>
            <a:ext cx="9144" cy="9144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2231136"/>
            <a:ext cx="416052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3F621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92608" y="226771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after-save-hook → orgx-auto-tangle--maybe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" y="2633472"/>
            <a:ext cx="4160520" cy="457200"/>
          </a:xfrm>
          <a:prstGeom prst="rect">
            <a:avLst/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26700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eligible?  (derived-mode-p 'org-mode) ∧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filename="README.org" ∧ NOT in-progress flag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67712" y="3090672"/>
            <a:ext cx="9144" cy="18288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3273552"/>
            <a:ext cx="4160520" cy="384048"/>
          </a:xfrm>
          <a:prstGeom prst="rect">
            <a:avLst/>
          </a:prstGeom>
          <a:solidFill>
            <a:srgbClr val="EEF9F7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92608" y="331012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in-progress t → org-babel-tangle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(org-confirm-babel-evaluate nil)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2880" y="3749040"/>
            <a:ext cx="4160520" cy="1316736"/>
          </a:xfrm>
          <a:prstGeom prst="rect">
            <a:avLst/>
          </a:prstGeom>
          <a:solidFill>
            <a:srgbClr val="0D1B2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" y="3822192"/>
            <a:ext cx="399592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(defvar-local orgx-auto-tangle--in-progress nil)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(defun orgx-auto-tangle--maybe ()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(when (and (orgx-auto-tangle--eligible-p)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(not orgx-auto-tangle--in-progress))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(let ((orgx-auto-tangle--in-progress t)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(org-confirm-babel-evaluate nil)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(inhibit-modification-hooks t))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(condition-case err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(org-babel-tangle)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(error (message "[auto-tangle] %s" err))))))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4572000" y="62179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orgx-auto-hugo.el — capture-finalize export flow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0" y="950976"/>
            <a:ext cx="434340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3F621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81728" y="98755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org-capture invoked (key: b)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48272" y="1261872"/>
            <a:ext cx="9144" cy="7315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1316736"/>
            <a:ext cx="434340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81728" y="135331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buffer opens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writes blog post entry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48272" y="1700784"/>
            <a:ext cx="9144" cy="7315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1792224"/>
            <a:ext cx="434340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81728" y="182880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C-c C-c  (finalize capture)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48272" y="2103120"/>
            <a:ext cx="9144" cy="7315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2194560"/>
            <a:ext cx="434340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81728" y="223113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org-capture-after-finalize-hook fires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748272" y="2505456"/>
            <a:ext cx="9144" cy="7315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2596896"/>
            <a:ext cx="434340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681728" y="263347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orgx-auto-hugo--maybe runs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0" y="2999232"/>
            <a:ext cx="4343400" cy="457200"/>
          </a:xfrm>
          <a:prstGeom prst="rect">
            <a:avLst/>
          </a:prstGeom>
          <a:solidFill>
            <a:srgbClr val="FFF1F1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1728" y="303580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org-note-abort is non-nil?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(C-c C-k aborted) → EXIT without export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748272" y="3456432"/>
            <a:ext cx="9144" cy="18288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0" y="3639312"/>
            <a:ext cx="4343400" cy="384048"/>
          </a:xfrm>
          <a:prstGeom prst="rect">
            <a:avLst/>
          </a:prstGeom>
          <a:solidFill>
            <a:srgbClr val="EEF9F7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681728" y="367588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blog-capture-p? → detect target via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my:f:capture-blog-file at finalize time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0" y="4096512"/>
            <a:ext cx="4343400" cy="969264"/>
          </a:xfrm>
          <a:prstGeom prst="rect">
            <a:avLst/>
          </a:prstGeom>
          <a:solidFill>
            <a:srgbClr val="0D1B2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663440" y="4169664"/>
            <a:ext cx="417880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(org-hugo-export-wim-to-md :all-subtrees nil nil)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NOT on after-save-hook (Fix: transient saves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during editing would export incomplete entries)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NOT on manual save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ONLY on org-capture-after-finalize-hook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LSP Backend Agnosticism — dev-lsp-bridge Facade + core-switches Dispatch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108960" y="658368"/>
            <a:ext cx="2926080" cy="1298448"/>
          </a:xfrm>
          <a:prstGeom prst="rect">
            <a:avLst/>
          </a:prstGeom>
          <a:solidFill>
            <a:srgbClr val="EEF9F7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108960" y="658368"/>
            <a:ext cx="29260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7680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dev-lsp-bridge.el  FACADE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0789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dev-lsp-code-actions ()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0" y="133502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dev-lsp-rename ()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0" y="15910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dev-lsp-format-buffer ()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0" y="181051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FIRST in dev/ section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ui-keymap can bind without backend coupling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2880" y="2249424"/>
            <a:ext cx="2743200" cy="877824"/>
          </a:xfrm>
          <a:prstGeom prst="rect">
            <a:avLst/>
          </a:prstGeom>
          <a:solidFill>
            <a:srgbClr val="F1F5F9"/>
          </a:solidFill>
          <a:ln w="254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2249424"/>
            <a:ext cx="274320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3591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dev-lsp-eglot.el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2633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Emacs built-in (30+)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eglot-ensure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guard: eglot-guessable-p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554480" y="1956816"/>
            <a:ext cx="3017520" cy="29260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08960" y="2249424"/>
            <a:ext cx="2743200" cy="877824"/>
          </a:xfrm>
          <a:prstGeom prst="rect">
            <a:avLst/>
          </a:prstGeom>
          <a:solidFill>
            <a:srgbClr val="F1F5F9"/>
          </a:solidFill>
          <a:ln w="25400">
            <a:solidFill>
              <a:srgbClr val="0478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08960" y="2249424"/>
            <a:ext cx="2743200" cy="6400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3591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dev-lsp-mode.el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00400" y="2633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lsp-mode + lsp-ui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lsp-deferred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:none completion provider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480560" y="1956816"/>
            <a:ext cx="91440" cy="29260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2249424"/>
            <a:ext cx="2743200" cy="877824"/>
          </a:xfrm>
          <a:prstGeom prst="rect">
            <a:avLst/>
          </a:prstGeom>
          <a:solidFill>
            <a:srgbClr val="F1F5F9"/>
          </a:solidFill>
          <a:ln w="25400">
            <a:solidFill>
              <a:srgbClr val="9D17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2249424"/>
            <a:ext cx="2743200" cy="64008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23591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dev-lsp-bridge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(3rd party)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26480" y="2633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process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lsp-bridge-mode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heavy servers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0" y="1956816"/>
            <a:ext cx="2834640" cy="29260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3273552"/>
            <a:ext cx="877824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92608" y="3310128"/>
            <a:ext cx="8558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core-switches.el — Backend Selection at Runtime (via after-init-hook)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92608" y="3566160"/>
            <a:ext cx="8467344" cy="219456"/>
          </a:xfrm>
          <a:prstGeom prst="rect">
            <a:avLst/>
          </a:prstGeom>
          <a:solidFill>
            <a:srgbClr val="0D1B2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84048" y="3639312"/>
            <a:ext cx="8302752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(defcustom my:use-lsp 'eglot  :type '(choice (const eglot) (const lsp) (const bridge) (const nil)))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Dispatch: (pcase my:use-lsp ('eglot (my/lsp-enable-eglot)) ('lsp (my/lsp-enable-lspmode)) ('bridge …))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182880" y="3840480"/>
            <a:ext cx="8778240" cy="1078992"/>
          </a:xfrm>
          <a:prstGeom prst="rect">
            <a:avLst/>
          </a:prstGeom>
          <a:solidFill>
            <a:srgbClr val="F1F5F9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92608" y="3877056"/>
            <a:ext cx="8558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Autoload-Only Pattern — Why eglot/lsp-mode are NOT in my:modules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92608" y="4187952"/>
            <a:ext cx="1874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212848" y="4187952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Declared in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950208" y="4187952"/>
            <a:ext cx="3246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trigger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242048" y="4187952"/>
            <a:ext cx="1783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92608" y="4334256"/>
            <a:ext cx="1874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dev-lsp-eglot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2212848" y="4334256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core-switches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3950208" y="4334256"/>
            <a:ext cx="3246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(my:use-lsp 'eglot) via after-init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7242048" y="4334256"/>
            <a:ext cx="1783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eager load when lsp=bridge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292608" y="4480560"/>
            <a:ext cx="1874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dev-lsp-mode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12848" y="4480560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core-switches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3950208" y="4480560"/>
            <a:ext cx="3246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(my:use-lsp 'lsp) via after-init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7242048" y="4480560"/>
            <a:ext cx="1783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lsp-mode overhead if unused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292608" y="4626864"/>
            <a:ext cx="1874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ui-doom-modeline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2212848" y="4626864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core-switches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3950208" y="4626864"/>
            <a:ext cx="3246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(my:use-ui 'doom) via after-init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7242048" y="4626864"/>
            <a:ext cx="1783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modeline is replaceable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292608" y="4773168"/>
            <a:ext cx="1874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ui-nano-modeline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2212848" y="4773168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core-switches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3950208" y="4773168"/>
            <a:ext cx="3246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(my:use-ui 'nano) via after-init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7242048" y="4773168"/>
            <a:ext cx="1783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modeline is replaceable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292608" y="4919472"/>
            <a:ext cx="1874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ui-nano-palette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2212848" y="4919472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ui-theme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3950208" y="4919472"/>
            <a:ext cx="3246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(require 'ui-nano-palette nil t)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7242048" y="4919472"/>
            <a:ext cx="1783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graceful degradation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utils-claude.el — Claude API HTTP Client (Full Request/Response Flow)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" y="621792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Request Flow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416052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9509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Caller: (utils-claude-request-sync MESSAGES …)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67712" y="1243584"/>
            <a:ext cx="9144" cy="54864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1298448"/>
            <a:ext cx="4160520" cy="329184"/>
          </a:xfrm>
          <a:prstGeom prst="rect">
            <a:avLst/>
          </a:prstGeom>
          <a:solidFill>
            <a:srgbClr val="F5FFF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3350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utils-claude-get-api-key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auth-source-search :host api.anthropic.com :user apikey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67712" y="1627632"/>
            <a:ext cx="9144" cy="54864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1792224"/>
            <a:ext cx="4160520" cy="329184"/>
          </a:xfrm>
          <a:prstGeom prst="rect">
            <a:avLst/>
          </a:prstGeom>
          <a:solidFill>
            <a:srgbClr val="F5FF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828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utils-claude--build-headers api-key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Content-Type, x-api-key, anthropic-version headers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67712" y="2121408"/>
            <a:ext cx="9144" cy="54864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2286000"/>
            <a:ext cx="4160520" cy="329184"/>
          </a:xfrm>
          <a:prstGeom prst="rect">
            <a:avLst/>
          </a:prstGeom>
          <a:solidFill>
            <a:srgbClr val="F5FF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3225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utils-claude--build-body messages model max-tokens system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json-encode {model max_tokens messages [system]}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67712" y="2615184"/>
            <a:ext cx="9144" cy="54864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2779776"/>
            <a:ext cx="4160520" cy="329184"/>
          </a:xfrm>
          <a:prstGeom prst="rect">
            <a:avLst/>
          </a:prstGeom>
          <a:solidFill>
            <a:srgbClr val="F5FF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8163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url-retrieve-synchronously endpoint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POST to https://api.anthropic.com/v1/messages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67712" y="3108960"/>
            <a:ext cx="9144" cy="54864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273552"/>
            <a:ext cx="4160520" cy="329184"/>
          </a:xfrm>
          <a:prstGeom prst="rect">
            <a:avLst/>
          </a:prstGeom>
          <a:solidFill>
            <a:srgbClr val="F5FFFE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3101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utils-claude--parse-response buffer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check HTTP 200, skip headers, json-read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67712" y="3602736"/>
            <a:ext cx="9144" cy="54864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3767328"/>
            <a:ext cx="41605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80390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 :content[0]:text → return string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82880" y="4151376"/>
            <a:ext cx="4160520" cy="749808"/>
          </a:xfrm>
          <a:prstGeom prst="rect">
            <a:avLst/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4320" y="418795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Contract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42569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(define-error 'utils-claude-error "Claude API error" 'error)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Signaled on: HTTP non-200 · JSON parse failure · no API key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Callers MUST wrap in (condition-case err … (utils-claude-error …))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0" y="621792"/>
            <a:ext cx="4343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defcustom Variables  (utils-claude group)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914400"/>
            <a:ext cx="43434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914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utils-claude-default-model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260336" y="91440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claude-sonnet-4-5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0" y="1298448"/>
            <a:ext cx="43434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12984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utils-claude-max-tokens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260336" y="12984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4096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0" y="1682496"/>
            <a:ext cx="43434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168249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utils-claude-api-version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260336" y="1682496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2023-06-01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0" y="2066544"/>
            <a:ext cx="43434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20665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utils-claude-endpoint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260336" y="2066544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https://api.anthropic.com/v1/messages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572000" y="2542032"/>
            <a:ext cx="434340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0" y="2542032"/>
            <a:ext cx="4343400" cy="2560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254203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utils-claude-request — Async Variant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63440" y="2834640"/>
            <a:ext cx="4178808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(defun utils-claude-request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(messages callback &amp;optional model max-tokens system)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"Async POST to Claude API.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CALLBACK receives response text or signals utils-claude-error."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(url-retrieve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utils-claude-endpoint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(lambda (status buffer)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(condition-case err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(funcall callback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(utils-claude--parse-response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(current-buffer)))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(utils-claude-error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(funcall callback nil err))))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nil t))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4572000" y="3986784"/>
            <a:ext cx="4343400" cy="914400"/>
          </a:xfrm>
          <a:prstGeom prst="rect">
            <a:avLst/>
          </a:prstGeom>
          <a:solidFill>
            <a:srgbClr val="F1F5F9"/>
          </a:solidFill>
          <a:ln w="25400">
            <a:solidFill>
              <a:srgbClr val="6B21A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0" y="3986784"/>
            <a:ext cx="4343400" cy="6400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409651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personal/personal-ai.el — Org Babel integration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663440" y="4352544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#+begin_src claude block → utils-claude-request-sync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C-c C-c evaluates block → inserts response as result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README.org literate notebook style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ui-leader.el — M-SPC Leader Key Hierarchy (All Prefix Maps)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840480" y="640080"/>
            <a:ext cx="1463040" cy="438912"/>
          </a:xfrm>
          <a:prstGeom prst="rect">
            <a:avLst/>
          </a:prstGeom>
          <a:solidFill>
            <a:srgbClr val="0D1B2A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0" y="64008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M-SPC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ui-leader-map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0" cy="-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371600"/>
            <a:ext cx="914400" cy="621792"/>
          </a:xfrm>
          <a:prstGeom prst="rect">
            <a:avLst/>
          </a:prstGeom>
          <a:solidFill>
            <a:srgbClr val="F1F5F9"/>
          </a:solidFill>
          <a:ln w="25400">
            <a:solidFill>
              <a:srgbClr val="0478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371600"/>
            <a:ext cx="914400" cy="25603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13716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" y="1645920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consult-buffer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828800" y="1371600"/>
            <a:ext cx="0" cy="-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1371600"/>
            <a:ext cx="914400" cy="621792"/>
          </a:xfrm>
          <a:prstGeom prst="rect">
            <a:avLst/>
          </a:prstGeom>
          <a:solidFill>
            <a:srgbClr val="F1F5F9"/>
          </a:solidFill>
          <a:ln w="25400">
            <a:solidFill>
              <a:srgbClr val="0478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280160" y="1371600"/>
            <a:ext cx="914400" cy="25603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13716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16736" y="1645920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consult-line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926080" y="1371600"/>
            <a:ext cx="0" cy="-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1371600"/>
            <a:ext cx="914400" cy="621792"/>
          </a:xfrm>
          <a:prstGeom prst="rect">
            <a:avLst/>
          </a:prstGeom>
          <a:solidFill>
            <a:srgbClr val="F1F5F9"/>
          </a:solidFill>
          <a:ln w="25400">
            <a:solidFill>
              <a:srgbClr val="0369A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377440" y="1371600"/>
            <a:ext cx="914400" cy="2560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13716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14016" y="1645920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other-window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023360" y="1371600"/>
            <a:ext cx="0" cy="-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1371600"/>
            <a:ext cx="914400" cy="621792"/>
          </a:xfrm>
          <a:prstGeom prst="rect">
            <a:avLst/>
          </a:prstGeom>
          <a:solidFill>
            <a:srgbClr val="F1F5F9"/>
          </a:solidFill>
          <a:ln w="25400">
            <a:solidFill>
              <a:srgbClr val="0369A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0" y="1371600"/>
            <a:ext cx="914400" cy="2560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13716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11296" y="1645920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find-file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120640" y="1371600"/>
            <a:ext cx="0" cy="-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1371600"/>
            <a:ext cx="914400" cy="621792"/>
          </a:xfrm>
          <a:prstGeom prst="rect">
            <a:avLst/>
          </a:prstGeom>
          <a:solidFill>
            <a:srgbClr val="F1F5F9"/>
          </a:solidFill>
          <a:ln w="254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1371600"/>
            <a:ext cx="914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13716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08576" y="1645920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ui-leader-b-map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17920" y="1371600"/>
            <a:ext cx="0" cy="-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0" y="1371600"/>
            <a:ext cx="914400" cy="621792"/>
          </a:xfrm>
          <a:prstGeom prst="rect">
            <a:avLst/>
          </a:prstGeom>
          <a:solidFill>
            <a:srgbClr val="F1F5F9"/>
          </a:solidFill>
          <a:ln w="254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669280" y="1371600"/>
            <a:ext cx="914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13716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05856" y="1645920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ui-leader-w-map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315200" y="1371600"/>
            <a:ext cx="0" cy="-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0" y="1371600"/>
            <a:ext cx="914400" cy="621792"/>
          </a:xfrm>
          <a:prstGeom prst="rect">
            <a:avLst/>
          </a:prstGeom>
          <a:solidFill>
            <a:srgbClr val="F1F5F9"/>
          </a:solidFill>
          <a:ln w="254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766560" y="1371600"/>
            <a:ext cx="914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66560" y="13716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03136" y="1645920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ui-leader-p-map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8412480" y="1371600"/>
            <a:ext cx="0" cy="-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63840" y="1371600"/>
            <a:ext cx="914400" cy="621792"/>
          </a:xfrm>
          <a:prstGeom prst="rect">
            <a:avLst/>
          </a:prstGeom>
          <a:solidFill>
            <a:srgbClr val="F1F5F9"/>
          </a:solidFill>
          <a:ln w="25400">
            <a:solidFill>
              <a:srgbClr val="0478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863840" y="1371600"/>
            <a:ext cx="914400" cy="25603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63840" y="13716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900416" y="1645920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ui-leader-s-map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31520" y="2578608"/>
            <a:ext cx="0" cy="-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82880" y="2578608"/>
            <a:ext cx="914400" cy="621792"/>
          </a:xfrm>
          <a:prstGeom prst="rect">
            <a:avLst/>
          </a:prstGeom>
          <a:solidFill>
            <a:srgbClr val="F1F5F9"/>
          </a:solidFill>
          <a:ln w="25400">
            <a:solidFill>
              <a:srgbClr val="92400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82880" y="2578608"/>
            <a:ext cx="914400" cy="25603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2880" y="25786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19456" y="2852928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ui-leader-g-map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828800" y="2578608"/>
            <a:ext cx="0" cy="-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280160" y="2578608"/>
            <a:ext cx="914400" cy="621792"/>
          </a:xfrm>
          <a:prstGeom prst="rect">
            <a:avLst/>
          </a:prstGeom>
          <a:solidFill>
            <a:srgbClr val="F1F5F9"/>
          </a:solidFill>
          <a:ln w="25400">
            <a:solidFill>
              <a:srgbClr val="9D17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1280160" y="2578608"/>
            <a:ext cx="914400" cy="256032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280160" y="25786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316736" y="2852928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ui-leader-c-map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926080" y="2578608"/>
            <a:ext cx="0" cy="-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77440" y="2578608"/>
            <a:ext cx="914400" cy="621792"/>
          </a:xfrm>
          <a:prstGeom prst="rect">
            <a:avLst/>
          </a:prstGeom>
          <a:solidFill>
            <a:srgbClr val="F1F5F9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2377440" y="2578608"/>
            <a:ext cx="91440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377440" y="25786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414016" y="2852928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ui-leader-e-map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023360" y="2578608"/>
            <a:ext cx="0" cy="-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474720" y="2578608"/>
            <a:ext cx="914400" cy="621792"/>
          </a:xfrm>
          <a:prstGeom prst="rect">
            <a:avLst/>
          </a:prstGeom>
          <a:solidFill>
            <a:srgbClr val="F1F5F9"/>
          </a:solidFill>
          <a:ln w="25400">
            <a:solidFill>
              <a:srgbClr val="0369A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3474720" y="2578608"/>
            <a:ext cx="914400" cy="2560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74720" y="25786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3511296" y="2852928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ui-leader-t-map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toggles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5120640" y="2578608"/>
            <a:ext cx="0" cy="-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72000" y="2578608"/>
            <a:ext cx="914400" cy="621792"/>
          </a:xfrm>
          <a:prstGeom prst="rect">
            <a:avLst/>
          </a:prstGeom>
          <a:solidFill>
            <a:srgbClr val="F1F5F9"/>
          </a:solidFill>
          <a:ln w="25400">
            <a:solidFill>
              <a:srgbClr val="3F621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572000" y="2578608"/>
            <a:ext cx="914400" cy="256032"/>
          </a:xfrm>
          <a:prstGeom prst="rect">
            <a:avLst/>
          </a:prstGeom>
          <a:solidFill>
            <a:srgbClr val="3F6212"/>
          </a:solidFill>
          <a:ln w="12700">
            <a:solidFill>
              <a:srgbClr val="3F621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0" y="25786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4608576" y="2852928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F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ui-leader-o-map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F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org/roam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217920" y="2578608"/>
            <a:ext cx="0" cy="-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669280" y="2578608"/>
            <a:ext cx="914400" cy="621792"/>
          </a:xfrm>
          <a:prstGeom prst="rect">
            <a:avLst/>
          </a:prstGeom>
          <a:solidFill>
            <a:srgbClr val="F1F5F9"/>
          </a:solidFill>
          <a:ln w="25400">
            <a:solidFill>
              <a:srgbClr val="6B21A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5669280" y="2578608"/>
            <a:ext cx="914400" cy="256032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669280" y="25786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705856" y="2852928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ui-leader-m-map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7315200" y="2578608"/>
            <a:ext cx="0" cy="-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766560" y="2578608"/>
            <a:ext cx="914400" cy="621792"/>
          </a:xfrm>
          <a:prstGeom prst="rect">
            <a:avLst/>
          </a:prstGeom>
          <a:solidFill>
            <a:srgbClr val="F1F5F9"/>
          </a:solidFill>
          <a:ln w="254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6766560" y="2578608"/>
            <a:ext cx="91440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766560" y="25786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6803136" y="2852928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ui-leader-a-map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8412480" y="2578608"/>
            <a:ext cx="0" cy="-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863840" y="2578608"/>
            <a:ext cx="914400" cy="621792"/>
          </a:xfrm>
          <a:prstGeom prst="rect">
            <a:avLst/>
          </a:prstGeom>
          <a:solidFill>
            <a:srgbClr val="F1F5F9"/>
          </a:solidFill>
          <a:ln w="2540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7863840" y="2578608"/>
            <a:ext cx="914400" cy="2560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863840" y="25786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7900416" y="2852928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ui-leader-q-map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quit/session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731520" y="3785616"/>
            <a:ext cx="0" cy="-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82880" y="3785616"/>
            <a:ext cx="914400" cy="621792"/>
          </a:xfrm>
          <a:prstGeom prst="rect">
            <a:avLst/>
          </a:prstGeom>
          <a:solidFill>
            <a:srgbClr val="F1F5F9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182880" y="3785616"/>
            <a:ext cx="91440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82880" y="37856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219456" y="4059936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ui-leader-h-map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828800" y="3785616"/>
            <a:ext cx="0" cy="-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280160" y="3785616"/>
            <a:ext cx="914400" cy="621792"/>
          </a:xfrm>
          <a:prstGeom prst="rect">
            <a:avLst/>
          </a:prstGeom>
          <a:solidFill>
            <a:srgbClr val="F1F5F9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1280160" y="3785616"/>
            <a:ext cx="914400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280160" y="37856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1316736" y="4059936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text-scale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2926080" y="3785616"/>
            <a:ext cx="0" cy="-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377440" y="3785616"/>
            <a:ext cx="914400" cy="621792"/>
          </a:xfrm>
          <a:prstGeom prst="rect">
            <a:avLst/>
          </a:prstGeom>
          <a:solidFill>
            <a:srgbClr val="F1F5F9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2377440" y="3785616"/>
            <a:ext cx="91440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377440" y="37856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2414016" y="4059936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smart-kill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4023360" y="3785616"/>
            <a:ext cx="0" cy="-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474720" y="3785616"/>
            <a:ext cx="914400" cy="621792"/>
          </a:xfrm>
          <a:prstGeom prst="rect">
            <a:avLst/>
          </a:prstGeom>
          <a:solidFill>
            <a:srgbClr val="F1F5F9"/>
          </a:solidFill>
          <a:ln w="25400">
            <a:solidFill>
              <a:srgbClr val="0369A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4" name="Shape 102"/>
          <p:cNvSpPr/>
          <p:nvPr/>
        </p:nvSpPr>
        <p:spPr>
          <a:xfrm>
            <a:off x="3474720" y="3785616"/>
            <a:ext cx="914400" cy="2560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474720" y="37856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3511296" y="4059936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5120640" y="3785616"/>
            <a:ext cx="0" cy="-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572000" y="3785616"/>
            <a:ext cx="914400" cy="621792"/>
          </a:xfrm>
          <a:prstGeom prst="rect">
            <a:avLst/>
          </a:prstGeom>
          <a:solidFill>
            <a:srgbClr val="F1F5F9"/>
          </a:solidFill>
          <a:ln w="25400">
            <a:solidFill>
              <a:srgbClr val="0369A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4572000" y="3785616"/>
            <a:ext cx="914400" cy="2560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572000" y="37856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100" dirty="0"/>
          </a:p>
        </p:txBody>
      </p:sp>
      <p:sp>
        <p:nvSpPr>
          <p:cNvPr id="111" name="Text 109"/>
          <p:cNvSpPr/>
          <p:nvPr/>
        </p:nvSpPr>
        <p:spPr>
          <a:xfrm>
            <a:off x="4608576" y="4059936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find-file-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other-win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182880" y="4517136"/>
            <a:ext cx="877824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3" name="Shape 111"/>
          <p:cNvSpPr/>
          <p:nvPr/>
        </p:nvSpPr>
        <p:spPr>
          <a:xfrm>
            <a:off x="182880" y="4517136"/>
            <a:ext cx="8778240" cy="2560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74320" y="4517136"/>
            <a:ext cx="8641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ui-leader--define-maps — invoked at load time, not after-init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274320" y="4809744"/>
            <a:ext cx="8613648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(defun ui-leader--define-maps ()  ; creates prefix keymaps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(ui-leader--ensure-prefix-map 'ui-leader-map)  ; (define-prefix-command 'ui-leader-map)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(keymap-set ui-leader-map "b" ui-leader-b-map)  ; ... 13 sub-maps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(keymap-global-set "M-SPC" ui-leader-map))   ; installed at load time (not deferred to after-init-hook)</a:t>
            </a:r>
            <a:endParaRPr lang="en-US" sz="8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dev-ai.el — aidermacs Auth-Source Timing Fix (Fix CF) &amp; API Key Resolution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" y="621792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Race Condition (before Fix CF-2) vs. Correct Order (after Fix CF-2)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4114800" cy="2743200"/>
          </a:xfrm>
          <a:prstGeom prst="rect">
            <a:avLst/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914400"/>
            <a:ext cx="41148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042416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BEFORE Fix CF-2 (race condition)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2608" y="1325880"/>
            <a:ext cx="64008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3258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time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69264" y="134416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in :init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69264" y="1508760"/>
            <a:ext cx="3017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auth-source-search runs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92608" y="1746504"/>
            <a:ext cx="64008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174650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69264" y="176479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auth-gpg NOT yet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69264" y="1929384"/>
            <a:ext cx="3017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~/.authinfo.gpg NOT in auth-sources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92608" y="2167128"/>
            <a:ext cx="64008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216712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69264" y="2185416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 found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69264" y="2350008"/>
            <a:ext cx="3017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display-warning fires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92608" y="2587752"/>
            <a:ext cx="64008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258775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69264" y="260604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after-init-hook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69264" y="2770632"/>
            <a:ext cx="3017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auth-gpg--configure-sources adds file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92608" y="3008376"/>
            <a:ext cx="64008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300837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69264" y="3026664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late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69264" y="3191256"/>
            <a:ext cx="3017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aidermacs already tried without the file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3440" y="914400"/>
            <a:ext cx="4297680" cy="2743200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914400"/>
            <a:ext cx="42976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1042416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AFTER Fix CF-2 (correct order)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73168" y="1325880"/>
            <a:ext cx="777240" cy="347472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132588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modules.el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96128" y="134416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auth-gpg loads before dev-ai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96128" y="1508760"/>
            <a:ext cx="32735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auth-gpg--configure-sources on after-init-hook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4773168" y="1746504"/>
            <a:ext cx="777240" cy="347472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174650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modules.el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596128" y="1764792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dev-ai loads after auth-gpg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596128" y="1929384"/>
            <a:ext cx="32735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dev-ai--setup-api-key on after-init-hook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4773168" y="2167128"/>
            <a:ext cx="777240" cy="347472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216712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after-init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596128" y="2185416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1 fires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596128" y="2350008"/>
            <a:ext cx="32735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auth-gpg--configure-sources: prepends .authinfo.gpg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4773168" y="2587752"/>
            <a:ext cx="777240" cy="347472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258775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after-init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596128" y="260604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2 fires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596128" y="2770632"/>
            <a:ext cx="32735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dev-ai--setup-api-key: auth-source-search succeeds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4773168" y="3008376"/>
            <a:ext cx="777240" cy="347472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73168" y="300837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596128" y="302666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found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596128" y="3191256"/>
            <a:ext cx="32735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OPENAI_API_KEY set · aidermacs-default-model set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182880" y="3749040"/>
            <a:ext cx="8778240" cy="1316736"/>
          </a:xfrm>
          <a:prstGeom prst="rect">
            <a:avLst/>
          </a:prstGeom>
          <a:solidFill>
            <a:srgbClr val="0D1B2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82880" y="3749040"/>
            <a:ext cx="8778240" cy="2560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3749040"/>
            <a:ext cx="8641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dev-ai--setup-api-key — full cond logic (Fix CF)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74320" y="4041648"/>
            <a:ext cx="8613648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(defun dev-ai--setup-api-key ()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(dev-ai--ensure-authinfo-in-sources)    ; guarantee .authinfo.gpg in auth-sources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(let* ((router-entry (car (auth-source-search :host "openrouter.ai" :user "ac1965" :require '(:secret))))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(openai-entry (car (auth-source-search :host "api.openai.com" :user "org-ai" :require '(:secret))))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(router-key (when router-entry (let ((s (plist-get router-entry :secret)))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(if (functionp s) (funcall s) s))))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(openai-key  ...))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(cond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(router-key  (setenv "OPENAI_API_BASE" "https://openrouter.ai/api/v1")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(setenv "OPENAI_API_KEY" router-key)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(setopt aidermacs-default-model "openrouter/anthropic/claude-sonnet-4-5"))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(openai-key  (setenv "OPENAI_API_BASE" "https://api.openai.com/v1") ...)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(t           (display-warning 'aidermacs "No API key found …")))))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(add-hook 'after-init-hook #'dev-ai--setup-api-key)</a:t>
            </a:r>
            <a:endParaRPr lang="en-US" sz="8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Conventions &amp; setopt/setq Assignment Decision Tree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" y="62179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 Decision Tree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82880" y="932688"/>
            <a:ext cx="411480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9692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Is it a path / directory variable?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2710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my:d:*  (e.g. my:d:var my:d:org)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40280" y="1499616"/>
            <a:ext cx="9144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1627632"/>
            <a:ext cx="411480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6642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Is it a public interactive command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cross-module function?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19659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my/  or  &lt;module&gt;-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my/eww-search  core-treesit-install-all)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40280" y="2194560"/>
            <a:ext cx="9144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2414016"/>
            <a:ext cx="411480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24505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Is it a private implementation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of one module?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275234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&lt;module&gt;--  (double dash)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core-native--collect)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40280" y="2980944"/>
            <a:ext cx="9144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3200400"/>
            <a:ext cx="411480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32369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Does it use my/ AND double-dash?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35387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⚠ PROHIBITED  my/&lt;topic&gt;--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form violates naming rule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40280" y="3767328"/>
            <a:ext cx="9144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931920"/>
            <a:ext cx="411480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" y="39684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Is it a canonical list / const?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42702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my:modules  (colon namespace)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 defconst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0" y="621792"/>
            <a:ext cx="4343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setopt vs setq Decision Tree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0" y="932688"/>
            <a:ext cx="4343400" cy="694944"/>
          </a:xfrm>
          <a:prstGeom prst="rect">
            <a:avLst/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932688"/>
            <a:ext cx="43434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104241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Is the variable defined with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defcustom?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63440" y="135331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→ setopt (always)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166360" y="135331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→ setq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748272" y="1627632"/>
            <a:ext cx="9144" cy="10972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1755648"/>
            <a:ext cx="4343400" cy="694944"/>
          </a:xfrm>
          <a:prstGeom prst="rect">
            <a:avLst/>
          </a:prstGeom>
          <a:solidFill>
            <a:srgbClr val="F1F5F9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1755648"/>
            <a:ext cx="4343400" cy="6400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186537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Is it a defcustom AND the value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runtime evaluation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path concatenation)?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63440" y="217627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→ setopt inside leaf :config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166360" y="217627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→ leaf :custom (constant only)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748272" y="2450592"/>
            <a:ext cx="9144" cy="10972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0" y="2578608"/>
            <a:ext cx="4343400" cy="694944"/>
          </a:xfrm>
          <a:prstGeom prst="rect">
            <a:avLst/>
          </a:prstGeom>
          <a:solidFill>
            <a:srgbClr val="F1F5F9"/>
          </a:solidFill>
          <a:ln w="12700">
            <a:solidFill>
              <a:srgbClr val="3F621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0" y="2578608"/>
            <a:ext cx="4343400" cy="64008"/>
          </a:xfrm>
          <a:prstGeom prst="rect">
            <a:avLst/>
          </a:prstGeom>
          <a:solidFill>
            <a:srgbClr val="3F6212"/>
          </a:solidFill>
          <a:ln w="12700">
            <a:solidFill>
              <a:srgbClr val="3F62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268833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Is it a defcustom that must persist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sessions? (e.g. timestamp)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663440" y="299923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F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→ customize-save-variable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166360" y="29992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→ setopt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748272" y="3273552"/>
            <a:ext cx="9144" cy="10972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0" y="3401568"/>
            <a:ext cx="4343400" cy="694944"/>
          </a:xfrm>
          <a:prstGeom prst="rect">
            <a:avLst/>
          </a:prstGeom>
          <a:solidFill>
            <a:srgbClr val="F1F5F9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572000" y="3401568"/>
            <a:ext cx="43434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351129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Special exceptions where setq is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DESPITE being defcustom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663440" y="382219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YES: org-agenda-files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org-capture-templates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org-todo-keywords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org-refile-targets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org-roam-db-connector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748272" y="4096512"/>
            <a:ext cx="9144" cy="10972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0" y="4224528"/>
            <a:ext cx="4343400" cy="694944"/>
          </a:xfrm>
          <a:prstGeom prst="rect">
            <a:avLst/>
          </a:prstGeom>
          <a:solidFill>
            <a:srgbClr val="F1F5F9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572000" y="4224528"/>
            <a:ext cx="4343400" cy="640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433425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Per-buffer override of defcustom?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663440" y="464515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→ setq-local  (e.g. Makefile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indent-tabs-mode, Org src corfu)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166360" y="46451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→ setopt (global)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Rules R1–R8 — Code-Level Examples with Fix References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658368"/>
            <a:ext cx="4251960" cy="10424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658368"/>
            <a:ext cx="457200" cy="104241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58368"/>
            <a:ext cx="4572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713232"/>
            <a:ext cx="3639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Binding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969264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;; -*- lexical-binding: t; -*-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 EVERY .el file — first line mandatory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13232" y="1335024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(missing) → lambdas use dynamic scope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closures capture wrong env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63440" y="658368"/>
            <a:ext cx="4251960" cy="10424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658368"/>
            <a:ext cx="457200" cy="104241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658368"/>
            <a:ext cx="4572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93792" y="713232"/>
            <a:ext cx="3639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= filename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93792" y="969264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;;; core-treesit.el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(provide 'core-treesit)  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3792" y="1335024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(provide 'core/treesit)  ✗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load-path lookup fails silently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2880" y="1755648"/>
            <a:ext cx="4251960" cy="10424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1755648"/>
            <a:ext cx="457200" cy="104241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1755648"/>
            <a:ext cx="4572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" y="1810512"/>
            <a:ext cx="3639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:straight nil built-ins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3232" y="2066544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(leaf saveplace :straight nil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:pre-setq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`((save-place-file . ,(concat ...))))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13232" y="2432304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(leaf saveplace :straight 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straight.el tries MELPA clone → error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63440" y="1755648"/>
            <a:ext cx="4251960" cy="10424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755648"/>
            <a:ext cx="457200" cy="104241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755648"/>
            <a:ext cx="4572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93792" y="1810512"/>
            <a:ext cx="3639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keyword order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193792" y="2066544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:straight :ensure :after :require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:pre-setq :custom :bind :hook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:init :config  (always this order)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93792" y="2432304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:config before :hook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silent evaluation-order surprises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" y="2852928"/>
            <a:ext cx="4251960" cy="10424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82880" y="2852928"/>
            <a:ext cx="457200" cy="104241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" y="2852928"/>
            <a:ext cx="4572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3232" y="2907792"/>
            <a:ext cx="3639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 docstrings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13232" y="3163824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(defun my/eww-search (term)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"Search for TERM in EWW."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(interactive "sSearch: ") …)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13232" y="3529584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(defun my/eww-search (term) …)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W: 50 functions corrected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63440" y="2852928"/>
            <a:ext cx="4251960" cy="10424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2852928"/>
            <a:ext cx="457200" cy="104241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852928"/>
            <a:ext cx="4572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193792" y="2907792"/>
            <a:ext cx="3639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setopt for defcustom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193792" y="3163824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(setopt ui-font-size 18)      ; defcustom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(setq  core-native--count 0)  ; defvar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Exception: org-agenda-files → setq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193792" y="3529584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(setq tab-always-indent 'complete)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bypasses setter + type validator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82880" y="3950208"/>
            <a:ext cx="4251960" cy="10424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82880" y="3950208"/>
            <a:ext cx="457200" cy="104241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" y="3950208"/>
            <a:ext cx="4572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13232" y="4005072"/>
            <a:ext cx="3639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13232" y="4261104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(defun core-treesit--available-p () …) ; private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(defun my/eglot-guessable-p ()    …) ; public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13232" y="4626864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(defun my/core-treesit--hack () …)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X/Y: 17 helpers renamed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663440" y="3950208"/>
            <a:ext cx="4251960" cy="10424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63440" y="3950208"/>
            <a:ext cx="457200" cy="104241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3950208"/>
            <a:ext cx="4572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193792" y="4005072"/>
            <a:ext cx="3639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keymap-set API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193792" y="4261104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(keymap-global-set "C-s" #'consult-line)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(keymap-set dired-mode-map "TAB" …)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193792" y="4626864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(global-set-key (kbd "C-s") 'consult-line)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CA: 9 bindings · Fix CB: 2 bindings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 Fix A→CJ — 80+ Fixes Categorised by Root Cause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658368"/>
            <a:ext cx="42519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658368"/>
            <a:ext cx="42519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76809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setq→setopt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786384"/>
            <a:ext cx="804672" cy="237744"/>
          </a:xfrm>
          <a:prstGeom prst="roundRect">
            <a:avLst>
              <a:gd name="adj" fmla="val 1923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786384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fixes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92608" y="1042416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Fix G H K M P Q R S T U V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2608" y="123444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defcustom setter + type validator bypassed. Accumulated across 19+ modules.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63440" y="658368"/>
            <a:ext cx="42519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658368"/>
            <a:ext cx="4251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76809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Anonymous λ → named defun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01000" y="786384"/>
            <a:ext cx="804672" cy="237744"/>
          </a:xfrm>
          <a:prstGeom prst="roundRect">
            <a:avLst>
              <a:gd name="adj" fmla="val 1923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786384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fixes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73168" y="1042416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Fix 3 4 5 6 7 8 10b B E R10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73168" y="123444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non-removable hooks, byte-compiler blind, duplicate registration on eval-buffer.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2880" y="1545336"/>
            <a:ext cx="42519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1545336"/>
            <a:ext cx="42519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165506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Public API violations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20440" y="1673352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167335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fixes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92608" y="1929384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Fix 1 (eglot--servers) · Fix 2 ui-health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92608" y="212140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eglot internals accessed; nonexistent hook eglot-server-stopped-hook.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63440" y="1545336"/>
            <a:ext cx="42519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545336"/>
            <a:ext cx="4251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165506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Naming convention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01000" y="1673352"/>
            <a:ext cx="804672" cy="237744"/>
          </a:xfrm>
          <a:prstGeom prst="roundRect">
            <a:avLst>
              <a:gd name="adj" fmla="val 1923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01000" y="1673352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fixes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73168" y="1929384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Fix X/Y: my/xxx--→module-- (17 helpers)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73168" y="212140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my/ (public) + -- (private) mixed: ambiguous contract for readers.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82880" y="2432304"/>
            <a:ext cx="42519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82880" y="2432304"/>
            <a:ext cx="42519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" y="254203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leaf :custom → :config + setopt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520440" y="2560320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20440" y="256032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fixes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92608" y="2816352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Fix AI AJ AK (gcmh, EMMS, consult-notes, orgx paths)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92608" y="300837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:custom cannot evaluate expressions → stored as list literal, not value.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63440" y="2432304"/>
            <a:ext cx="42519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2432304"/>
            <a:ext cx="42519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254203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Auth-source &amp; timing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001000" y="2560320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01000" y="256032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fixes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773168" y="2816352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Fix BJ CF CJ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73168" y="300837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from env (BJ) → auth-source; :init→after-init-hook (CF) timing race.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82880" y="3319272"/>
            <a:ext cx="42519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82880" y="3319272"/>
            <a:ext cx="4251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2608" y="342900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Forward compat (when-let* keymap-set)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520440" y="3447288"/>
            <a:ext cx="804672" cy="237744"/>
          </a:xfrm>
          <a:prstGeom prst="roundRect">
            <a:avLst>
              <a:gd name="adj" fmla="val 1923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20440" y="3447288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fixes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92608" y="370332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Fix CA CB: 11 keybindings; Fix BZ: when-let* throughout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92608" y="389534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 global-set-key+kbd; deprecated when-let (non-asterisk) in Emacs 31.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663440" y="3319272"/>
            <a:ext cx="42519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663440" y="3319272"/>
            <a:ext cx="42519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73168" y="342900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Docstrings (Fix W)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001000" y="3447288"/>
            <a:ext cx="804672" cy="237744"/>
          </a:xfrm>
          <a:prstGeom prst="roundRect">
            <a:avLst>
              <a:gd name="adj" fmla="val 1923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001000" y="3447288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fixes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773168" y="370332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Fix W: 19 modules, 50 public functions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773168" y="389534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defun without docstring violates R5. All added in single pass.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82880" y="4206240"/>
            <a:ext cx="42519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182880" y="4206240"/>
            <a:ext cx="4251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2608" y="431596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Backup / auto-save subsystem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520440" y="4334256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520440" y="433425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fixes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292608" y="459028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Fix CG CH CI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292608" y="478231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disabled (CG); auto-save 1s interval + no focus-out save (CH); no exclusion rules (CI).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663440" y="4206240"/>
            <a:ext cx="42519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663440" y="4206240"/>
            <a:ext cx="4251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73168" y="431596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New modules (Fix CD BK)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8001000" y="4334256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001000" y="433425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fixes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4773168" y="459028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Fix CD: auth-gpg.el · Fix BK: Makefile checkdoc/lint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4773168" y="478231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auth-source call sites without central doc; no CI quality gate before tangle.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Cross-Module Dependency Graph — Key Non-Trivial Dependencies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645920" cy="2743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10896" y="685800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early-init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2194560" y="685800"/>
            <a:ext cx="1371600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31136" y="685800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init.el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3840480" y="685800"/>
            <a:ext cx="1371600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77056" y="685800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modules.el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486400" y="685800"/>
            <a:ext cx="1463040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22976" y="68580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no-littering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7223760" y="685800"/>
            <a:ext cx="1645920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60336" y="685800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straight.el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274320" y="1371600"/>
            <a:ext cx="1463040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0896" y="137160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core-session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2011680" y="1371600"/>
            <a:ext cx="2011680" cy="2743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048256" y="1371600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core-session-private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4297680" y="1371600"/>
            <a:ext cx="1097280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34256" y="1371600"/>
            <a:ext cx="1042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core-gc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5669280" y="1371600"/>
            <a:ext cx="1371600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05856" y="1371600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core-history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7315200" y="1371600"/>
            <a:ext cx="1554480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51776" y="1371600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core-treesit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274320" y="2057400"/>
            <a:ext cx="1188720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10896" y="205740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ui-theme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1691640" y="2057400"/>
            <a:ext cx="1737360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728216" y="205740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ui-nano-palette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3611880" y="2057400"/>
            <a:ext cx="1188720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648456" y="205740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ui-leader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5029200" y="2057400"/>
            <a:ext cx="1188720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65776" y="205740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ui-keymap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274320" y="2743200"/>
            <a:ext cx="1188720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10896" y="274320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auth-core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1691640" y="2743200"/>
            <a:ext cx="1188720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728216" y="274320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auth-gpg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274320" y="3429000"/>
            <a:ext cx="1645920" cy="2743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10896" y="3429000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completion-capf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2103120" y="3429000"/>
            <a:ext cx="2103120" cy="2743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139696" y="3429000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completion-capf-org-src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274320" y="4114800"/>
            <a:ext cx="1828800" cy="274320"/>
          </a:xfrm>
          <a:prstGeom prst="rect">
            <a:avLst/>
          </a:prstGeom>
          <a:solidFill>
            <a:srgbClr val="3F6212"/>
          </a:solidFill>
          <a:ln w="12700">
            <a:solidFill>
              <a:srgbClr val="3F621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10896" y="4114800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orgx-auto-tangle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2331720" y="4114800"/>
            <a:ext cx="1737360" cy="274320"/>
          </a:xfrm>
          <a:prstGeom prst="rect">
            <a:avLst/>
          </a:prstGeom>
          <a:solidFill>
            <a:srgbClr val="3F6212"/>
          </a:solidFill>
          <a:ln w="12700">
            <a:solidFill>
              <a:srgbClr val="3F621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368296" y="411480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orgx-auto-hugo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4297680" y="4114800"/>
            <a:ext cx="13716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334256" y="4114800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orgx-roam-ui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274320" y="4663440"/>
            <a:ext cx="1645920" cy="274320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10896" y="4663440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dev-lsp-bridge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2103120" y="4663440"/>
            <a:ext cx="914400" cy="274320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139696" y="4663440"/>
            <a:ext cx="859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dev-ai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3291840" y="4663440"/>
            <a:ext cx="1371600" cy="27432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328416" y="4663440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utils-claude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5760720" y="4663440"/>
            <a:ext cx="1737360" cy="2743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797296" y="466344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personal/ac1965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1097280" y="822960"/>
            <a:ext cx="5120640" cy="9144"/>
          </a:xfrm>
          <a:prstGeom prst="line">
            <a:avLst/>
          </a:prstGeom>
          <a:noFill/>
          <a:ln w="19050">
            <a:solidFill>
              <a:srgbClr val="6D28D9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3291840" y="73152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var dirs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1005840" y="1508760"/>
            <a:ext cx="2011680" cy="9144"/>
          </a:xfrm>
          <a:prstGeom prst="line">
            <a:avLst/>
          </a:prstGeom>
          <a:noFill/>
          <a:ln w="19050">
            <a:solidFill>
              <a:srgbClr val="1D4ED8"/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1645920" y="141732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868680" y="2194560"/>
            <a:ext cx="1691640" cy="9144"/>
          </a:xfrm>
          <a:prstGeom prst="line">
            <a:avLst/>
          </a:prstGeom>
          <a:noFill/>
          <a:ln w="19050">
            <a:solidFill>
              <a:srgbClr val="0369A1"/>
            </a:solidFill>
            <a:prstDash val="dash"/>
          </a:ln>
        </p:spPr>
      </p:sp>
      <p:sp>
        <p:nvSpPr>
          <p:cNvPr id="60" name="Text 58"/>
          <p:cNvSpPr/>
          <p:nvPr/>
        </p:nvSpPr>
        <p:spPr>
          <a:xfrm>
            <a:off x="1348740" y="210312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(require nil t)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4206240" y="2194560"/>
            <a:ext cx="1417320" cy="9144"/>
          </a:xfrm>
          <a:prstGeom prst="line">
            <a:avLst/>
          </a:prstGeom>
          <a:noFill/>
          <a:ln w="19050">
            <a:solidFill>
              <a:srgbClr val="0369A1"/>
            </a:solidFill>
            <a:prstDash val="dash"/>
          </a:ln>
        </p:spPr>
      </p:sp>
      <p:sp>
        <p:nvSpPr>
          <p:cNvPr id="62" name="Text 60"/>
          <p:cNvSpPr/>
          <p:nvPr/>
        </p:nvSpPr>
        <p:spPr>
          <a:xfrm>
            <a:off x="4549140" y="210312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defined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868680" y="2880360"/>
            <a:ext cx="1417320" cy="9144"/>
          </a:xfrm>
          <a:prstGeom prst="line">
            <a:avLst/>
          </a:prstGeom>
          <a:noFill/>
          <a:ln w="19050">
            <a:solidFill>
              <a:srgbClr val="0F766E"/>
            </a:solidFill>
            <a:prstDash val="dash"/>
          </a:ln>
        </p:spPr>
      </p:sp>
      <p:sp>
        <p:nvSpPr>
          <p:cNvPr id="64" name="Text 62"/>
          <p:cNvSpPr/>
          <p:nvPr/>
        </p:nvSpPr>
        <p:spPr>
          <a:xfrm>
            <a:off x="1211580" y="278892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epa-file first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1097280" y="3566160"/>
            <a:ext cx="2057400" cy="9144"/>
          </a:xfrm>
          <a:prstGeom prst="line">
            <a:avLst/>
          </a:prstGeom>
          <a:noFill/>
          <a:ln w="19050">
            <a:solidFill>
              <a:srgbClr val="047857"/>
            </a:solidFill>
            <a:prstDash val="dash"/>
          </a:ln>
        </p:spPr>
      </p:sp>
      <p:sp>
        <p:nvSpPr>
          <p:cNvPr id="66" name="Text 64"/>
          <p:cNvSpPr/>
          <p:nvPr/>
        </p:nvSpPr>
        <p:spPr>
          <a:xfrm>
            <a:off x="1760220" y="347472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fns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2560320" y="4800600"/>
            <a:ext cx="1417320" cy="9144"/>
          </a:xfrm>
          <a:prstGeom prst="line">
            <a:avLst/>
          </a:prstGeom>
          <a:noFill/>
          <a:ln w="19050">
            <a:solidFill>
              <a:srgbClr val="6B21A8"/>
            </a:solidFill>
            <a:prstDash val="dash"/>
          </a:ln>
        </p:spPr>
      </p:sp>
      <p:sp>
        <p:nvSpPr>
          <p:cNvPr id="68" name="Text 66"/>
          <p:cNvSpPr/>
          <p:nvPr/>
        </p:nvSpPr>
        <p:spPr>
          <a:xfrm>
            <a:off x="2903220" y="47091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2286000" y="2880360"/>
            <a:ext cx="274320" cy="192024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70" name="Text 68"/>
          <p:cNvSpPr/>
          <p:nvPr/>
        </p:nvSpPr>
        <p:spPr>
          <a:xfrm>
            <a:off x="2057400" y="374904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after-init order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5577840" y="4114800"/>
            <a:ext cx="950976" cy="237744"/>
          </a:xfrm>
          <a:prstGeom prst="roundRect">
            <a:avLst>
              <a:gd name="adj" fmla="val 19231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577840" y="4114800"/>
            <a:ext cx="9509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early-init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583680" y="4114800"/>
            <a:ext cx="512064" cy="237744"/>
          </a:xfrm>
          <a:prstGeom prst="roundRect">
            <a:avLst>
              <a:gd name="adj" fmla="val 19231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83680" y="4114800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7205472" y="4114800"/>
            <a:ext cx="365760" cy="237744"/>
          </a:xfrm>
          <a:prstGeom prst="roundRect">
            <a:avLst>
              <a:gd name="adj" fmla="val 19231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205472" y="411480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7699248" y="4114800"/>
            <a:ext cx="512064" cy="237744"/>
          </a:xfrm>
          <a:prstGeom prst="roundRect">
            <a:avLst>
              <a:gd name="adj" fmla="val 1923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699248" y="4114800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8321040" y="4114800"/>
            <a:ext cx="950976" cy="237744"/>
          </a:xfrm>
          <a:prstGeom prst="roundRect">
            <a:avLst>
              <a:gd name="adj" fmla="val 19231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321040" y="4114800"/>
            <a:ext cx="9509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5577840" y="4114800"/>
            <a:ext cx="512064" cy="237744"/>
          </a:xfrm>
          <a:prstGeom prst="roundRect">
            <a:avLst>
              <a:gd name="adj" fmla="val 19231"/>
            </a:avLst>
          </a:prstGeom>
          <a:solidFill>
            <a:srgbClr val="3F6212"/>
          </a:solidFill>
          <a:ln w="12700">
            <a:solidFill>
              <a:srgbClr val="3F621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577840" y="4114800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orgx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6199632" y="4114800"/>
            <a:ext cx="438912" cy="237744"/>
          </a:xfrm>
          <a:prstGeom prst="roundRect">
            <a:avLst>
              <a:gd name="adj" fmla="val 19231"/>
            </a:avLst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199632" y="4114800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6757416" y="4114800"/>
            <a:ext cx="585216" cy="237744"/>
          </a:xfrm>
          <a:prstGeom prst="roundRect">
            <a:avLst>
              <a:gd name="adj" fmla="val 19231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757416" y="4114800"/>
            <a:ext cx="585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7443216" y="4114800"/>
            <a:ext cx="804672" cy="237744"/>
          </a:xfrm>
          <a:prstGeom prst="roundRect">
            <a:avLst>
              <a:gd name="adj" fmla="val 19231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443216" y="411480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8321040" y="4114800"/>
            <a:ext cx="804672" cy="237744"/>
          </a:xfrm>
          <a:prstGeom prst="roundRect">
            <a:avLst>
              <a:gd name="adj" fmla="val 1923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321040" y="411480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0"/>
            <a:ext cx="1325880" cy="51435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0"/>
            <a:ext cx="36576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7160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Summary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11480" y="24231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modules · 10 layers · Code-level logic documented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206240" cy="914400"/>
          </a:xfrm>
          <a:prstGeom prst="rect">
            <a:avLst/>
          </a:prstGeom>
          <a:solidFill>
            <a:srgbClr val="0C182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91440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35024" y="1005840"/>
            <a:ext cx="3163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3-phase: early-init §10 → init.el §10 → modules.el iterate+trap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35024" y="1371600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sequence fully deterministic; no implicit discovery at any stage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00600" y="914400"/>
            <a:ext cx="4206240" cy="914400"/>
          </a:xfrm>
          <a:prstGeom prst="rect">
            <a:avLst/>
          </a:prstGeom>
          <a:solidFill>
            <a:srgbClr val="0C182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914400"/>
            <a:ext cx="91440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9864" y="1005840"/>
            <a:ext cx="3163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condition-case per module; error→message+nil; quit propagates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69864" y="1371600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any module: remaining 74 continue loading without disruption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1938528"/>
            <a:ext cx="4206240" cy="914400"/>
          </a:xfrm>
          <a:prstGeom prst="rect">
            <a:avLst/>
          </a:prstGeom>
          <a:solidFill>
            <a:srgbClr val="0C182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1938528"/>
            <a:ext cx="91440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93852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35024" y="2029968"/>
            <a:ext cx="3163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3-layer: early guard → core-gc explicit → gcmh idle 5s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35024" y="2395728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file-name-handler-alist cleared + restored; TRAMP handler never lost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00600" y="1938528"/>
            <a:ext cx="4206240" cy="914400"/>
          </a:xfrm>
          <a:prstGeom prst="rect">
            <a:avLst/>
          </a:prstGeom>
          <a:solidFill>
            <a:srgbClr val="0C182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1938528"/>
            <a:ext cx="91440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93852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69864" y="2029968"/>
            <a:ext cx="3163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auth-gpg.el; after-init hook order guarantees auth-sources ready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69864" y="2395728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my/auth-gpg-verify shows ✓/✗ per service; no secrets in env vars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2962656"/>
            <a:ext cx="4206240" cy="914400"/>
          </a:xfrm>
          <a:prstGeom prst="rect">
            <a:avLst/>
          </a:prstGeom>
          <a:solidFill>
            <a:srgbClr val="0C182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2962656"/>
            <a:ext cx="91440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96265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CAPF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35024" y="3054096"/>
            <a:ext cx="3163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mode stacks + 4-module capf-org-src family for Org SRC blocks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335024" y="3419856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Language-specific completion inside Org src blocks without overrides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00600" y="2962656"/>
            <a:ext cx="4206240" cy="914400"/>
          </a:xfrm>
          <a:prstGeom prst="rect">
            <a:avLst/>
          </a:prstGeom>
          <a:solidFill>
            <a:srgbClr val="0C182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2962656"/>
            <a:ext cx="91440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96265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LSP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769864" y="3054096"/>
            <a:ext cx="3163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dev-lsp-bridge facade; eglot/lsp-mode/lsp-bridge via core-switches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69864" y="3419856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swap: change my:use-lsp defcustom, restart Emacs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3986784"/>
            <a:ext cx="4206240" cy="914400"/>
          </a:xfrm>
          <a:prstGeom prst="rect">
            <a:avLst/>
          </a:prstGeom>
          <a:solidFill>
            <a:srgbClr val="0C182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3986784"/>
            <a:ext cx="91440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986784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335024" y="4078224"/>
            <a:ext cx="3163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utils-claude + dev-ai both use auth-source after-init timing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335024" y="4443984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router-key preferred; openai-key fallback; warning if neither found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00600" y="3986784"/>
            <a:ext cx="4206240" cy="914400"/>
          </a:xfrm>
          <a:prstGeom prst="rect">
            <a:avLst/>
          </a:prstGeom>
          <a:solidFill>
            <a:srgbClr val="0C182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00600" y="3986784"/>
            <a:ext cx="91440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3986784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769864" y="4078224"/>
            <a:ext cx="3163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R1–R8 with ✓/✗ code examples; 80+ fixes documented in changelog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69864" y="4443984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setopt vs setq decision tree; naming tree; leaf keyword order enforced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Emacs Configuration — Architecture &amp; Logic Deep Dive</dc:title>
  <dc:subject>PptxGenJS Presentation</dc:subject>
  <dc:creator>YAMASHITA, Takao</dc:creator>
  <cp:lastModifiedBy>YAMASHITA, Takao</cp:lastModifiedBy>
  <cp:revision>1</cp:revision>
  <dcterms:created xsi:type="dcterms:W3CDTF">2026-05-26T03:53:46Z</dcterms:created>
  <dcterms:modified xsi:type="dcterms:W3CDTF">2026-05-26T03:53:46Z</dcterms:modified>
</cp:coreProperties>
</file>